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4660"/>
  </p:normalViewPr>
  <p:slideViewPr>
    <p:cSldViewPr snapToGrid="0">
      <p:cViewPr varScale="1">
        <p:scale>
          <a:sx n="64" d="100"/>
          <a:sy n="64" d="100"/>
        </p:scale>
        <p:origin x="96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47E6B4-D019-BFDE-005E-C0CD922E93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E19A0E4-96E2-BE87-57C3-1225750B68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pt-PT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D2AE476-875B-F025-EADF-6D73C2372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B2E96-05AD-4EFD-A7EA-9BBBCAA3B080}" type="datetimeFigureOut">
              <a:rPr lang="pt-PT" smtClean="0"/>
              <a:t>11/05/2026</a:t>
            </a:fld>
            <a:endParaRPr lang="pt-PT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E432CDA-D455-3EE3-5B0F-CD6D05250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98B2E44-9F01-5E52-0A99-DE662EF58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E8758-7E49-44BF-8864-31C927768F1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19979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50F909-4BFE-EECF-E5C8-37AFC6DE1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0FCF1C-931F-A227-D9FB-C1F9271B75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206C8BA-0BAB-8760-D996-D5A88F152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B2E96-05AD-4EFD-A7EA-9BBBCAA3B080}" type="datetimeFigureOut">
              <a:rPr lang="pt-PT" smtClean="0"/>
              <a:t>11/05/2026</a:t>
            </a:fld>
            <a:endParaRPr lang="pt-PT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A39E08-FDC1-5198-0EE3-2D6290729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EB5A8F5-5FD4-CDDF-BEB1-EBDBD1A01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E8758-7E49-44BF-8864-31C927768F1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78837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002FE7-0A89-37FF-B5A3-36610A749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455A30-4C6F-747E-E613-ED0E11CE62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8CAAF58-C5AF-69D1-D0B7-3F321F5CF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B2E96-05AD-4EFD-A7EA-9BBBCAA3B080}" type="datetimeFigureOut">
              <a:rPr lang="pt-PT" smtClean="0"/>
              <a:t>11/05/2026</a:t>
            </a:fld>
            <a:endParaRPr lang="pt-PT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DCBD049-55B2-DC71-19B0-3CFA6F01C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A0ADFB4-2092-F990-A1B5-4773CC808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E8758-7E49-44BF-8864-31C927768F1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86513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568B31-EE13-D762-78D9-147C89CF5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D0B26E-3B89-6689-5F2B-1FCFBE0FE9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0D5567B-E5D4-DBD6-6E0F-2D958D5E17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0DD4306-AD2A-9351-8FD5-C4FF03A62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B2E96-05AD-4EFD-A7EA-9BBBCAA3B080}" type="datetimeFigureOut">
              <a:rPr lang="pt-PT" smtClean="0"/>
              <a:t>11/05/2026</a:t>
            </a:fld>
            <a:endParaRPr lang="pt-PT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1E6E21D-57C9-5462-FA96-471309F67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6AE684E-6CA9-BACA-D56F-F0396FA01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E8758-7E49-44BF-8864-31C927768F1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98464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9CBD63-24B9-4BCC-02A9-2C24B7370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C1C5777-63F0-A1FF-04BB-8DE41B4ACA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DC0A68A-D50B-C3A0-6480-B848D3627E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2B0A2E7-5F1C-8392-24B3-A308111005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D690F64-5657-F12F-E9A1-CD7A212404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5F9D384-E0A4-6EB0-FE17-A7E2BDCE3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B2E96-05AD-4EFD-A7EA-9BBBCAA3B080}" type="datetimeFigureOut">
              <a:rPr lang="pt-PT" smtClean="0"/>
              <a:t>11/05/2026</a:t>
            </a:fld>
            <a:endParaRPr lang="pt-PT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B74C831-8212-845F-423C-59D3E450C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85FACF8-2E5B-88E1-5E0F-5A30756A8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E8758-7E49-44BF-8864-31C927768F1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5155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7C6536-80D5-EAAC-CD91-F34022C7D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D68A1AF-FE00-4BC8-E4B9-7A61A48CE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B2E96-05AD-4EFD-A7EA-9BBBCAA3B080}" type="datetimeFigureOut">
              <a:rPr lang="pt-PT" smtClean="0"/>
              <a:t>11/05/2026</a:t>
            </a:fld>
            <a:endParaRPr lang="pt-PT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029C5E0-77EC-9EA7-3F1B-236067592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FED88C3-88E0-FD49-6095-4AB87F91C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E8758-7E49-44BF-8864-31C927768F1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70072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D1DE050-2C2D-760A-2FAB-ECA16E4E8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B2E96-05AD-4EFD-A7EA-9BBBCAA3B080}" type="datetimeFigureOut">
              <a:rPr lang="pt-PT" smtClean="0"/>
              <a:t>11/05/2026</a:t>
            </a:fld>
            <a:endParaRPr lang="pt-PT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B3A3B58-DEC2-FC5E-D73A-978BF77C3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C1AA4D1-3BF9-66C6-B129-5F06146ED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E8758-7E49-44BF-8864-31C927768F1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66743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C639DD-A8B4-06FC-BCD2-4F2581374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051BC6-F693-9DB4-8BDF-5F387CA543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1D9956E-BC74-2FB7-EE15-533E89B195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1F592CD-8606-7124-C3CA-011337AF0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B2E96-05AD-4EFD-A7EA-9BBBCAA3B080}" type="datetimeFigureOut">
              <a:rPr lang="pt-PT" smtClean="0"/>
              <a:t>11/05/2026</a:t>
            </a:fld>
            <a:endParaRPr lang="pt-PT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D1E4A8C-4856-BA81-206C-948E994E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027780A-F320-42C8-BBC9-A85D2460C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E8758-7E49-44BF-8864-31C927768F1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86210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151031-9CBF-5B68-4B93-A04053A9D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506327E-0C49-C067-B4B9-E7CD32F558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08529CD-F7A6-C4F8-53AC-956DC02A92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1C43D4E-C06E-86BB-8E27-96BC04861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B2E96-05AD-4EFD-A7EA-9BBBCAA3B080}" type="datetimeFigureOut">
              <a:rPr lang="pt-PT" smtClean="0"/>
              <a:t>11/05/2026</a:t>
            </a:fld>
            <a:endParaRPr lang="pt-PT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375B7BA-0E19-BE2D-F68D-47E33422F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9CE2A31-12E6-CCEA-2020-915C1CAB2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E8758-7E49-44BF-8864-31C927768F1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40265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B0E253-AF18-62A8-C4AC-936000E0E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41DE067-F045-774B-A031-348567EF4A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1D6B325-26CB-500F-1C8A-CB9E40484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B2E96-05AD-4EFD-A7EA-9BBBCAA3B080}" type="datetimeFigureOut">
              <a:rPr lang="pt-PT" smtClean="0"/>
              <a:t>11/05/2026</a:t>
            </a:fld>
            <a:endParaRPr lang="pt-PT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A6E525-819C-4AA5-D33D-74389A6D3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385B17-9543-37AF-1128-35FC7F826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E8758-7E49-44BF-8864-31C927768F1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95165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BBFF77E-CE66-0C59-D20A-7BA96BC00A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8DB1014-285D-6813-CB8C-0CE65069A1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77CD091-866F-8810-32D2-8CDA92C56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B2E96-05AD-4EFD-A7EA-9BBBCAA3B080}" type="datetimeFigureOut">
              <a:rPr lang="pt-PT" smtClean="0"/>
              <a:t>11/05/2026</a:t>
            </a:fld>
            <a:endParaRPr lang="pt-PT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31343AB-8A7F-1FC8-DD47-6AD3B03C5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671D187-89B4-21AC-681A-991B7152C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E8758-7E49-44BF-8864-31C927768F1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95575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887DEFD-B247-2A9F-37F7-CEC0BD62E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337E47F-A619-6B34-F146-43F865F936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51ACBF2-CCDC-4B55-C5BF-55DFD99538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EB2E96-05AD-4EFD-A7EA-9BBBCAA3B080}" type="datetimeFigureOut">
              <a:rPr lang="pt-PT" smtClean="0"/>
              <a:t>11/05/2026</a:t>
            </a:fld>
            <a:endParaRPr lang="pt-PT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43DB40-224B-B33A-4053-6A4B2F9C08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D6CAAF1-DAEB-A990-12F1-F447349D8B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8E8758-7E49-44BF-8864-31C927768F1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03565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18">
            <a:extLst>
              <a:ext uri="{FF2B5EF4-FFF2-40B4-BE49-F238E27FC236}">
                <a16:creationId xmlns:a16="http://schemas.microsoft.com/office/drawing/2014/main" id="{7D65C7AE-43E6-DEEF-21C6-94F69770B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176" y="5344620"/>
            <a:ext cx="12202176" cy="1519355"/>
            <a:chOff x="-10176" y="5338644"/>
            <a:chExt cx="12202176" cy="151935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3E591D3-C82D-EFF2-C1B9-715BFB67ED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V="1">
              <a:off x="5331238" y="-2767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20">
              <a:extLst>
                <a:ext uri="{FF2B5EF4-FFF2-40B4-BE49-F238E27FC236}">
                  <a16:creationId xmlns:a16="http://schemas.microsoft.com/office/drawing/2014/main" id="{33B61A17-DD52-DE54-2FDF-45CAF92D02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V="1">
              <a:off x="8226086" y="2885969"/>
              <a:ext cx="1507122" cy="6424706"/>
            </a:xfrm>
            <a:prstGeom prst="rect">
              <a:avLst/>
            </a:prstGeom>
            <a:gradFill>
              <a:gsLst>
                <a:gs pos="98739">
                  <a:schemeClr val="accent5">
                    <a:alpha val="70000"/>
                  </a:schemeClr>
                </a:gs>
                <a:gs pos="45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9DC8DB2-298F-EDD7-9BCE-78101BCDC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V="1">
              <a:off x="3921534" y="1406934"/>
              <a:ext cx="1519355" cy="9382775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D31BF93A-A7A0-3F58-6B6F-953BEF71840F}"/>
              </a:ext>
            </a:extLst>
          </p:cNvPr>
          <p:cNvSpPr txBox="1"/>
          <p:nvPr/>
        </p:nvSpPr>
        <p:spPr>
          <a:xfrm>
            <a:off x="478725" y="5856897"/>
            <a:ext cx="6784181" cy="913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Qual é o </a:t>
            </a:r>
            <a:r>
              <a:rPr lang="en-US" sz="27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perfil</a:t>
            </a:r>
            <a:r>
              <a:rPr lang="en-US" sz="2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7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geral</a:t>
            </a:r>
            <a:r>
              <a:rPr lang="en-US" sz="2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27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defasagem</a:t>
            </a:r>
            <a:r>
              <a:rPr lang="en-US" sz="2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dos </a:t>
            </a:r>
            <a:r>
              <a:rPr lang="en-US" sz="27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alunos</a:t>
            </a:r>
            <a:r>
              <a:rPr lang="en-US" sz="2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(IAN) e </a:t>
            </a:r>
            <a:r>
              <a:rPr lang="en-US" sz="27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como</a:t>
            </a:r>
            <a:r>
              <a:rPr lang="en-US" sz="2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7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ele</a:t>
            </a:r>
            <a:r>
              <a:rPr lang="en-US" sz="2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7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evolui</a:t>
            </a:r>
            <a:r>
              <a:rPr lang="en-US" sz="2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7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ao</a:t>
            </a:r>
            <a:r>
              <a:rPr lang="en-US" sz="2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7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longo</a:t>
            </a:r>
            <a:r>
              <a:rPr lang="en-US" sz="2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do </a:t>
            </a:r>
            <a:r>
              <a:rPr lang="en-US" sz="27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ano</a:t>
            </a:r>
            <a:r>
              <a:rPr lang="en-US" sz="2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? 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C4AA8930-3838-C177-AA4A-CA84062802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7" r="2" b="10369"/>
          <a:stretch>
            <a:fillRect/>
          </a:stretch>
        </p:blipFill>
        <p:spPr>
          <a:xfrm>
            <a:off x="97660" y="619307"/>
            <a:ext cx="5718552" cy="367259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2F332D58-5DD6-EA19-5A68-FAF6BE1CF4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4632" y="67774"/>
            <a:ext cx="6117368" cy="3030508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B8D430C0-2B62-DEF7-3C1C-C69B90485A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4632" y="2687643"/>
            <a:ext cx="5907865" cy="29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577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E54E67F-9691-480D-5C24-A8C3E221CE42}"/>
              </a:ext>
            </a:extLst>
          </p:cNvPr>
          <p:cNvSpPr txBox="1"/>
          <p:nvPr/>
        </p:nvSpPr>
        <p:spPr>
          <a:xfrm>
            <a:off x="1001684" y="170412"/>
            <a:ext cx="10178934" cy="1328730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3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2- O </a:t>
            </a:r>
            <a:r>
              <a:rPr lang="en-US" sz="33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desempenho</a:t>
            </a:r>
            <a:r>
              <a:rPr lang="en-US" sz="33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3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acadêmico</a:t>
            </a:r>
            <a:r>
              <a:rPr lang="en-US" sz="33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3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médio</a:t>
            </a:r>
            <a:r>
              <a:rPr lang="en-US" sz="33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(IDA) </a:t>
            </a:r>
            <a:r>
              <a:rPr lang="en-US" sz="33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está</a:t>
            </a:r>
            <a:r>
              <a:rPr lang="en-US" sz="33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3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melhorando</a:t>
            </a:r>
            <a:r>
              <a:rPr lang="en-US" sz="33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, </a:t>
            </a:r>
            <a:r>
              <a:rPr lang="en-US" sz="33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estagnado</a:t>
            </a:r>
            <a:r>
              <a:rPr lang="en-US" sz="33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3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ou</a:t>
            </a:r>
            <a:r>
              <a:rPr lang="en-US" sz="33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3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caindo</a:t>
            </a:r>
            <a:r>
              <a:rPr lang="en-US" sz="33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3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ao</a:t>
            </a:r>
            <a:r>
              <a:rPr lang="en-US" sz="33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3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longo</a:t>
            </a:r>
            <a:r>
              <a:rPr lang="en-US" sz="33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das </a:t>
            </a:r>
            <a:r>
              <a:rPr lang="en-US" sz="33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fases</a:t>
            </a:r>
            <a:r>
              <a:rPr lang="en-US" sz="33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e </a:t>
            </a:r>
            <a:r>
              <a:rPr lang="en-US" sz="33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anos</a:t>
            </a:r>
            <a:r>
              <a:rPr lang="en-US" sz="33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? 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05F119E-0EC0-9EE8-54A6-7DE6A73420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257" b="-3"/>
          <a:stretch>
            <a:fillRect/>
          </a:stretch>
        </p:blipFill>
        <p:spPr>
          <a:xfrm>
            <a:off x="198741" y="2410448"/>
            <a:ext cx="5803323" cy="3890357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48107387-B5FF-4853-986F-8DE5A863D6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63" r="21970"/>
          <a:stretch>
            <a:fillRect/>
          </a:stretch>
        </p:blipFill>
        <p:spPr>
          <a:xfrm>
            <a:off x="6189934" y="2410448"/>
            <a:ext cx="5803323" cy="389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26303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42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 LUIZ PEREIRA COIMBRA</dc:creator>
  <cp:lastModifiedBy>ANDRE LUIZ PEREIRA COIMBRA</cp:lastModifiedBy>
  <cp:revision>5</cp:revision>
  <dcterms:created xsi:type="dcterms:W3CDTF">2026-05-11T20:49:14Z</dcterms:created>
  <dcterms:modified xsi:type="dcterms:W3CDTF">2026-05-11T21:57:09Z</dcterms:modified>
</cp:coreProperties>
</file>